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304A"/>
                </a:solidFill>
              </a:defRPr>
            </a:pPr>
            <a:r>
              <a:t>Real Estate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51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65A6E"/>
                </a:solidFill>
              </a:defRPr>
            </a:pPr>
            <a:r>
              <a:t>Growfinix Data Science Internship — Task 3: Final Presentation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212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Based on the practice analysis currently in the Colab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4A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Explore a small real-estate-style dataset using Python.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Practise inspecting data, checking missing values, and identifying a possible outlier.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Visualize average price by neighborhood and property size versus price.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Summarize the analysis and document the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4A"/>
                </a:solidFill>
              </a:defRPr>
            </a:pPr>
            <a:r>
              <a:t>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Python — run the analysis.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Pandas and NumPy — organize and inspect tabular data.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Matplotlib and Seaborn — create charts.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Google Colab — write and run the notebook.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GitHub — store the notebook, README, documentation, and screenshots.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4A"/>
                </a:solidFill>
              </a:defRPr>
            </a:pPr>
            <a:r>
              <a:t>Data and Cleaning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The current notebook uses 10 rows of self-created practice data.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Columns: Neighborhood, Size_sqft, Bedrooms, and Price_lakhs.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Practised checking missing values and filling a missing price with the median.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Used the IQR method to flag a potential outlier for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4A"/>
                </a:solidFill>
              </a:defRPr>
            </a:pPr>
            <a:r>
              <a:t>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Bar chart: compares average property price across neighborhoods.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Scatter plot: explores the relationship between property size and price.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Box plot: helps inspect price spread and possible outliers.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These charts describe the practice dataset only, not verified market prices.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4A"/>
                </a:solidFill>
              </a:defRPr>
            </a:pPr>
            <a:r>
              <a:t>Practice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Properties in the practice dataset: 10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Neighborhoods represented: 3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Average price: 75 lakh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Price range: 35–150 lakh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Average property size: 1,130 sq ft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IQR check flagged one potential outlier (150 lakh); it needs review, not automatic removal.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4A"/>
                </a:solidFill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Inspecting a DataFrame and checking data quality.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Handling missing numeric values using the median.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Using IQR boundaries to investigate potential outliers.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Choosing charts to compare groups and explore relationships.</a:t>
            </a:r>
          </a:p>
          <a:p>
            <a:pPr>
              <a:spcAft>
                <a:spcPts val="1500"/>
              </a:spcAft>
              <a:defRPr sz="2100">
                <a:solidFill>
                  <a:srgbClr val="273746"/>
                </a:solidFill>
              </a:defRPr>
            </a:pPr>
            <a:r>
              <a:t>Documenting work and sharing files through GitHub.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304A"/>
                </a:solidFill>
              </a:defRPr>
            </a:pPr>
            <a:r>
              <a:t>Current Status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73746"/>
                </a:solidFill>
              </a:defRPr>
            </a:pPr>
            <a:r>
              <a:t>Notebook, README, and three screenshots have been uploaded to GitHub.</a:t>
            </a:r>
          </a:p>
          <a:p>
            <a:pPr>
              <a:spcAft>
                <a:spcPts val="1500"/>
              </a:spcAft>
              <a:defRPr sz="1900">
                <a:solidFill>
                  <a:srgbClr val="273746"/>
                </a:solidFill>
              </a:defRPr>
            </a:pPr>
            <a:r>
              <a:t>Learning documentation has also been added to the repository.</a:t>
            </a:r>
          </a:p>
          <a:p>
            <a:pPr>
              <a:spcAft>
                <a:spcPts val="1500"/>
              </a:spcAft>
              <a:defRPr sz="1900">
                <a:solidFill>
                  <a:srgbClr val="273746"/>
                </a:solidFill>
              </a:defRPr>
            </a:pPr>
            <a:r>
              <a:t>Important: the official Growfinix dataset has not been received or verified.</a:t>
            </a:r>
          </a:p>
          <a:p>
            <a:pPr>
              <a:spcAft>
                <a:spcPts val="1500"/>
              </a:spcAft>
              <a:defRPr sz="1900">
                <a:solidFill>
                  <a:srgbClr val="273746"/>
                </a:solidFill>
              </a:defRPr>
            </a:pPr>
            <a:r>
              <a:t>Next: confirm whether Growfinix provides a dataset separately; if received, rerun the analysis and update results.</a:t>
            </a:r>
          </a:p>
          <a:p>
            <a:pPr>
              <a:spcAft>
                <a:spcPts val="1500"/>
              </a:spcAft>
              <a:defRPr sz="1900">
                <a:solidFill>
                  <a:srgbClr val="273746"/>
                </a:solidFill>
              </a:defRPr>
            </a:pPr>
            <a:r>
              <a:t>Submit all three task links together after reviewing the final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